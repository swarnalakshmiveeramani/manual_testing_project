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-14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057275"/>
            <a:ext cx="6172200" cy="1894362"/>
          </a:xfrm>
        </p:spPr>
        <p:txBody>
          <a:bodyPr>
            <a:normAutofit/>
          </a:bodyPr>
          <a:lstStyle/>
          <a:p>
            <a:r>
              <a:t>Manual Testing Project on Automation Exercise E-Commerce Website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3631722"/>
            <a:ext cx="6172200" cy="1371600"/>
          </a:xfrm>
        </p:spPr>
        <p:txBody>
          <a:bodyPr>
            <a:normAutofit fontScale="77500" lnSpcReduction="20000"/>
          </a:bodyPr>
          <a:lstStyle/>
          <a:p>
            <a:pPr algn="ctr"/>
            <a:r>
              <a:rPr lang="en-IN" dirty="0" smtClean="0"/>
              <a:t>Tested by</a:t>
            </a:r>
            <a:r>
              <a:rPr smtClean="0"/>
              <a:t>: </a:t>
            </a:r>
            <a:r>
              <a:rPr lang="en-IN" dirty="0" smtClean="0"/>
              <a:t>1.</a:t>
            </a:r>
            <a:r>
              <a:rPr smtClean="0"/>
              <a:t>Swarnalakshmi V</a:t>
            </a:r>
            <a:endParaRPr lang="en-IN" dirty="0" smtClean="0"/>
          </a:p>
          <a:p>
            <a:pPr algn="ctr"/>
            <a:r>
              <a:rPr lang="en-IN" dirty="0" smtClean="0"/>
              <a:t>2.Varsha</a:t>
            </a:r>
            <a:endParaRPr/>
          </a:p>
          <a:p>
            <a:r>
              <a:t>Domain: E-Commerce</a:t>
            </a:r>
          </a:p>
          <a:p>
            <a:r>
              <a:t>Build Version: Demo Version 1.0 (Public Practice Environment)</a:t>
            </a:r>
          </a:p>
          <a:p>
            <a:r>
              <a:t>Tool/Environment: Chrome Browser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/>
          </a:p>
          <a:p>
            <a:pPr>
              <a:spcAft>
                <a:spcPts val="500"/>
              </a:spcAft>
            </a:pPr>
            <a:r>
              <a:t>Project Title: Automation Exercise E-Commerce Website Testing</a:t>
            </a:r>
          </a:p>
          <a:p>
            <a:pPr>
              <a:spcAft>
                <a:spcPts val="500"/>
              </a:spcAft>
            </a:pPr>
            <a:r>
              <a:t>URL: https://www.automationexercise.com</a:t>
            </a:r>
          </a:p>
          <a:p>
            <a:pPr>
              <a:spcAft>
                <a:spcPts val="500"/>
              </a:spcAft>
            </a:pPr>
            <a:r>
              <a:t>Domain: E-Commerce</a:t>
            </a:r>
          </a:p>
          <a:p>
            <a:pPr>
              <a:spcAft>
                <a:spcPts val="500"/>
              </a:spcAft>
            </a:pPr>
            <a:r>
              <a:t>Objective: To validate core functionalities such as Login, Sign-Up, Cart, and Product Search through manual testing.</a:t>
            </a:r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Types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/>
          </a:p>
          <a:p>
            <a:pPr>
              <a:spcAft>
                <a:spcPts val="500"/>
              </a:spcAft>
            </a:pPr>
            <a:r>
              <a:t>• Functional Testing – Verify that each feature works as expected.</a:t>
            </a:r>
          </a:p>
          <a:p>
            <a:pPr>
              <a:spcAft>
                <a:spcPts val="500"/>
              </a:spcAft>
            </a:pPr>
            <a:r>
              <a:t>• UI Testing – Check the design, layout, and appearance of elements.</a:t>
            </a:r>
          </a:p>
          <a:p>
            <a:pPr>
              <a:spcAft>
                <a:spcPts val="500"/>
              </a:spcAft>
            </a:pPr>
            <a:r>
              <a:t>• Usability Testing – Ensure the site is easy and logical to use.</a:t>
            </a:r>
          </a:p>
          <a:p>
            <a:pPr>
              <a:spcAft>
                <a:spcPts val="500"/>
              </a:spcAft>
            </a:pPr>
            <a:r>
              <a:t>• Validation Testing – Confirm that application meets user and business requirements.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500"/>
              </a:spcAft>
            </a:pPr>
            <a:r>
              <a:t>Browser: Google Chrome (Version 141.0.7390.123)</a:t>
            </a:r>
          </a:p>
          <a:p>
            <a:pPr>
              <a:spcAft>
                <a:spcPts val="500"/>
              </a:spcAft>
            </a:pPr>
            <a:r>
              <a:t>Operating System: Windows 10 (64-bit)</a:t>
            </a:r>
          </a:p>
          <a:p>
            <a:pPr>
              <a:spcAft>
                <a:spcPts val="500"/>
              </a:spcAft>
            </a:pPr>
            <a:r>
              <a:t>Build Version: Demo Version 1.0</a:t>
            </a:r>
          </a:p>
          <a:p>
            <a:pPr>
              <a:spcAft>
                <a:spcPts val="500"/>
              </a:spcAft>
            </a:pPr>
            <a:r>
              <a:t>Testing Type: Manual Functional Testing</a:t>
            </a:r>
          </a:p>
          <a:p>
            <a:pPr>
              <a:spcAft>
                <a:spcPts val="500"/>
              </a:spcAft>
            </a:pPr>
            <a:r>
              <a:t>Tester: Swarnalakshmi 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/>
          </a:p>
          <a:p>
            <a:pPr>
              <a:spcAft>
                <a:spcPts val="500"/>
              </a:spcAft>
            </a:pPr>
            <a:r>
              <a:t>1. Login – Verify login functionality with valid credentials.</a:t>
            </a:r>
          </a:p>
          <a:p>
            <a:pPr>
              <a:spcAft>
                <a:spcPts val="500"/>
              </a:spcAft>
            </a:pPr>
            <a:r>
              <a:t>2. Sign-Up – Verify new user registration with valid details.</a:t>
            </a:r>
          </a:p>
          <a:p>
            <a:pPr>
              <a:spcAft>
                <a:spcPts val="500"/>
              </a:spcAft>
            </a:pPr>
            <a:r>
              <a:t>3. Cart – Verify product addition and removal from cart.</a:t>
            </a:r>
          </a:p>
          <a:p>
            <a:pPr>
              <a:spcAft>
                <a:spcPts val="500"/>
              </a:spcAft>
            </a:pPr>
            <a:r>
              <a:t>4. Search – Verify search functionality with valid and invalid inputs.</a:t>
            </a:r>
          </a:p>
          <a:p>
            <a:pPr>
              <a:spcAft>
                <a:spcPts val="500"/>
              </a:spcAft>
            </a:pPr>
            <a:r>
              <a:t>5. Logout – Verify successful logout redirects to login page.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Sample Test Cases (Login Module)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500"/>
              </a:spcAft>
            </a:pPr>
            <a:r>
              <a:t>TC_LOGIN_01 – Verify login with valid credentials → Pass</a:t>
            </a:r>
          </a:p>
          <a:p>
            <a:pPr>
              <a:spcAft>
                <a:spcPts val="500"/>
              </a:spcAft>
            </a:pPr>
            <a:r>
              <a:t>TC_LOGIN_02 – Verify login with invalid credentials → Pass</a:t>
            </a:r>
          </a:p>
          <a:p>
            <a:pPr>
              <a:spcAft>
                <a:spcPts val="500"/>
              </a:spcAft>
            </a:pPr>
            <a:r>
              <a:t>TC_LOGIN_03 – Verify login with blank fields → Fail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Search Functionality Test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500"/>
              </a:spcAft>
            </a:pPr>
            <a:r>
              <a:t>TC_SEARCH_01 – Search valid product name → Pass</a:t>
            </a:r>
          </a:p>
          <a:p>
            <a:pPr>
              <a:spcAft>
                <a:spcPts val="500"/>
              </a:spcAft>
            </a:pPr>
            <a:r>
              <a:t>TC_SEARCH_06 – Search invalid product name → Fail</a:t>
            </a:r>
          </a:p>
          <a:p>
            <a:pPr>
              <a:spcAft>
                <a:spcPts val="500"/>
              </a:spcAft>
            </a:pPr>
            <a:r>
              <a:t>TC_SEARCH_08 – Blank search input → Fail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Bug Report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/>
          </a:p>
          <a:p>
            <a:pPr>
              <a:spcAft>
                <a:spcPts val="500"/>
              </a:spcAft>
            </a:pPr>
            <a:r>
              <a:t>BUG_001 – Category keyword not displaying results → Severity: Medium, Priority: High, Status: Open</a:t>
            </a:r>
          </a:p>
          <a:p>
            <a:pPr>
              <a:spcAft>
                <a:spcPts val="500"/>
              </a:spcAft>
            </a:pPr>
            <a:r>
              <a:t>BUG_002 – Missing 'No products found' message → Severity: High, Priority: High, Status: Open</a:t>
            </a:r>
          </a:p>
          <a:p>
            <a:pPr>
              <a:spcAft>
                <a:spcPts val="500"/>
              </a:spcAft>
            </a:pPr>
            <a:r>
              <a:t>BUG_003 – Blank search reloads page → Severity: Medium, Priority: High, Status: Open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Summary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/>
          </a:p>
          <a:p>
            <a:pPr>
              <a:spcAft>
                <a:spcPts val="500"/>
              </a:spcAft>
            </a:pPr>
            <a:r>
              <a:t>Total Test Cases: 30</a:t>
            </a:r>
          </a:p>
          <a:p>
            <a:pPr>
              <a:spcAft>
                <a:spcPts val="500"/>
              </a:spcAft>
            </a:pPr>
            <a:r>
              <a:t>Passed: 22</a:t>
            </a:r>
          </a:p>
          <a:p>
            <a:pPr>
              <a:spcAft>
                <a:spcPts val="500"/>
              </a:spcAft>
            </a:pPr>
            <a:r>
              <a:t>Failed: 8</a:t>
            </a:r>
          </a:p>
          <a:p>
            <a:pPr>
              <a:spcAft>
                <a:spcPts val="500"/>
              </a:spcAft>
            </a:pPr>
            <a:r>
              <a:t>Defects Logged: 8</a:t>
            </a:r>
          </a:p>
          <a:p>
            <a:pPr>
              <a:spcAft>
                <a:spcPts val="500"/>
              </a:spcAft>
            </a:pPr>
            <a:r>
              <a:t>Retesting: Pending</a:t>
            </a:r>
          </a:p>
          <a:p>
            <a:pPr>
              <a:spcAft>
                <a:spcPts val="500"/>
              </a:spcAft>
            </a:pPr>
            <a:r>
              <a:t>Conclusion: Website functionalities are working fine; minor UI/Search issues observed.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/>
          </a:p>
          <a:p>
            <a:pPr>
              <a:spcAft>
                <a:spcPts val="500"/>
              </a:spcAft>
            </a:pPr>
            <a:r>
              <a:t>• Understood the manual testing life cycle.</a:t>
            </a:r>
          </a:p>
          <a:p>
            <a:pPr>
              <a:spcAft>
                <a:spcPts val="500"/>
              </a:spcAft>
            </a:pPr>
            <a:r>
              <a:t>• Practiced writing test cases, test scenarios, and bug reports.</a:t>
            </a:r>
          </a:p>
          <a:p>
            <a:pPr>
              <a:spcAft>
                <a:spcPts val="500"/>
              </a:spcAft>
            </a:pPr>
            <a:r>
              <a:t>• Gained experience in analyzing functionality and usability.</a:t>
            </a:r>
          </a:p>
          <a:p>
            <a:pPr>
              <a:spcAft>
                <a:spcPts val="500"/>
              </a:spcAft>
            </a:pPr>
            <a:r>
              <a:t>• Project performed on live demo environment (AutomationExercise).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60</TotalTime>
  <Words>423</Words>
  <Application>Microsoft Macintosh PowerPoint</Application>
  <PresentationFormat>On-screen Show (4:3)</PresentationFormat>
  <Paragraphs>61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Oriel</vt:lpstr>
      <vt:lpstr>Manual Testing Project on Automation Exercise E-Commerce Website</vt:lpstr>
      <vt:lpstr>Project Overview</vt:lpstr>
      <vt:lpstr>Testing Types Performed</vt:lpstr>
      <vt:lpstr>Test Environment</vt:lpstr>
      <vt:lpstr>Test Scenarios</vt:lpstr>
      <vt:lpstr>Sample Test Cases (Login Module)</vt:lpstr>
      <vt:lpstr>Search Functionality Test Cases</vt:lpstr>
      <vt:lpstr>Bug Report Summary</vt:lpstr>
      <vt:lpstr>Test Summary Report</vt:lpstr>
      <vt:lpstr>Conclusion &amp; Learning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Testing Project on Automation Exercise E-Commerce Website</dc:title>
  <dc:subject/>
  <dc:creator/>
  <cp:keywords/>
  <dc:description>generated using python-pptx</dc:description>
  <cp:lastModifiedBy>DELL</cp:lastModifiedBy>
  <cp:revision>3</cp:revision>
  <dcterms:created xsi:type="dcterms:W3CDTF">2013-01-27T09:14:16Z</dcterms:created>
  <dcterms:modified xsi:type="dcterms:W3CDTF">2025-11-18T16:56:32Z</dcterms:modified>
  <cp:category/>
</cp:coreProperties>
</file>